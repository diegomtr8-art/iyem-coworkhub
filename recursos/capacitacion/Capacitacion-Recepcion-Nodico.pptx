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jornada. Pide que cada quien tenga su sesión abierta en una computadora. Los datos son de prueba: pueden equivocarse sin consecuencias.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lo de la bitácora: no es vigilancia, es poder reconstruir qué pasó cuando algo sale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desconfianza: es que una pantalla con treinta opciones que no usas hace más lento encontrar las cinco que sí. Si necesitas algo de la derecha, se le pide a administración.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Pídeles que abran cada una ahora mismo mientras lo explicas.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automático existe, pero la ocupación del día se vuelve inútil si todos salen sin marcar.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devolución depende de si faltan más o menos de dos horas. El sistema lo dice solo; no se lo aprendan de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donde más se equivoca la gente. Insiste en el motivo.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descuento al confirmar y no al solicitar es deliberado: una solicitud sin respuesta no debe costarle horas a nadie.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se dice en voz alta y se repite. Es el único control del sistema con consecuencia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«No funciona» no se puede arreglar. Una captura con los pasos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pidiendo que practiquen los tres flujos: check-in, reserva y ajuste de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754880" cy="4754880"/>
          </a:xfrm>
          <a:prstGeom prst="ellipse">
            <a:avLst/>
          </a:prstGeom>
          <a:solidFill>
            <a:srgbClr val="FFE12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FFE124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NÓDICO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15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E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· RECEPCIÓN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mostrador de Nódico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necesitas para atender el día: quién entra, quién reserva, quién pide asesoría y qué hacer cuando algo no cuadra.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1463040" cy="54864"/>
          </a:xfrm>
          <a:prstGeom prst="rect">
            <a:avLst/>
          </a:prstGeom>
          <a:solidFill>
            <a:srgbClr val="FFE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Yucateco de Emprendedores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E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empezar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cuenta, tu menú, y por qué no ves todo.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AL SISTEMA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cuenta y cómo entrar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el sitio y entra con tu correo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cuenta es personal e intransferible. Todo lo que hagas queda registrado con tu nombre.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990088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9535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tu contraseña la primera vez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31927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 perfil. Nunca la compartas, ni con un compañero que «solo necesita entrar un momento».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4151376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sesión al terminar tu turno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480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te saca solo tras una hora sin actividad, pero no dependas de eso en un mostrador público.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8978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4F1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89788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más necesita entrar, pide que le creen su propia cuenta. Prestar la tuya hace que sus errores aparezcan con tu nombre.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ALCANCE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ves tú, y lo que 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21408"/>
            <a:ext cx="347472" cy="347472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2704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puedes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entradas y salidas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de alta day-pass de interior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 puerta y gestionar credenciales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mover reservas en la agenda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la ficha de cualquier miembro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horas, siempre con motivo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y rechazar asesorías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eventos y publicar anuncios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121408"/>
            <a:ext cx="347472" cy="347472"/>
          </a:xfrm>
          <a:prstGeom prst="ellipse">
            <a:avLst/>
          </a:prstGeom>
          <a:solidFill>
            <a:srgbClr val="EF7E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9632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aparece en tu menú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y facturación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y tablero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ingresos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del sistema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 del sitio público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E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día a día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pantallas que vas a abrir todos los días.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MENÚ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pantallas que más vas a usar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del día: quién está dentro, las salas reservadas, asesorías sin responder y membresías por vencer. Ábrelo al llegar.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9976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2148840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4296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entrada y salida de los miembros. Es lo que más veces vas a tocar en el turno.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4152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8472" y="2148840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48472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reservas del espacio. Crear, mover y cancelar.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398264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 cada persona: su plan, sus horas, su historial.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9976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4398264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54296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Asesorías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de asesoría IYEM esperando respuesta. Lleva un punto de aviso cuando hay pendientes.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74152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48472" y="4398264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48472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código de un miembro cuando llega sin su teléfono a la mano.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FRECUENTE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una entrada y una salida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a la persona por nombre o correo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vas a necesitar un número de identificación: el buscador trabaja con nombres.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990088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9535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la entrada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31927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de inmediato en «dentro ahora», en el tablero de Hoy.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4151376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la salida cuando se va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480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su historial. Si la permanencia fue de segundos, el sistema dice «menos de un minuto»: no es un error.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8978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4F1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89788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olvida marcar su salida, el sistema cierra los check-in abiertos al final del día. No lo dejes como costumbre: falsea la ocupación.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mover una reserva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Agenda y elige el espacio y el día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lo ya reservado y los huecos libres.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964942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96494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92836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la reserva buscando al miembro por nombre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294126"/>
            <a:ext cx="996696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descuenta las horas de su bolsa y avisa si no le alcanza o si se pasa de su tope diario.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4101084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41010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0645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moverla, arrástrala o edítala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430268"/>
            <a:ext cx="996696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refleja al instante, y no te deja encimarla con otra que ya exista.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5237226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523722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0065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cancelar, fíjate en lo que dice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5566410"/>
            <a:ext cx="996696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avisa si se le devuelven las horas al miembro o no, según cuánto falte para la reserva.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CUIDADO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las horas de un miembro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 su ficha desde Miembros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ves su plan, su saldo y todos sus movimientos.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827782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2778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9120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Repón o descuenta las horas que corresponda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156966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hubo un problema real: una sala que no sirvió, un corte de luz, una reserva que el sistema no registró.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3826764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8267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7901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el motivo. Es obligatorio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155948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 dejas vacío, el sistema no guarda. Escribe qué pasó, no «ajuste».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4825746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82574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78917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en la bitácora con tu nombre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5154930"/>
            <a:ext cx="9966960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motivo importa: dentro de tres meses, esa línea es la única explicación que va a existir.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58978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4F1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89788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no guarda y la ventana se queda abierta, casi siempre es que falta el motivo. Revísalo antes de pensar que falló.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 IYEM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una solicitud de asesoría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92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Asesorías: el punto de aviso te dice si hay pendientes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579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solicitud trae el tema, el día y el horario que pidió el miembro.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990088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9535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Confirma, rechaza o marca como realizada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31927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horas se le descuentan al miembro al confirmar, no cuando la pide.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4151376"/>
            <a:ext cx="512064" cy="512064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rechazas, el miembro recibe el aviso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480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acompañarlo de una llamada si el motivo no es obvio.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DEMÁS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usarás de vez en cuando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Day-pass interior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del pase gratuito para emprendedores y artesanos del interior del estado.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9976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2148840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4296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y Personas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el rostro de un miembro al lector de la entrada y consultar los registros de acceso.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4152" y="1874520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8472" y="2148840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48472" y="26791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3063240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la renta de los salones y llevar el seguimiento de cada solicitud.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398264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avisos que los miembros ven dentro de su portal.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9976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4398264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54296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código QR de un miembro a mano cuando hace falta.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74152" y="4123944"/>
            <a:ext cx="3401568" cy="1956816"/>
          </a:xfrm>
          <a:prstGeom prst="roundRect">
            <a:avLst>
              <a:gd name="adj" fmla="val 4673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48472" y="4398264"/>
            <a:ext cx="384048" cy="384048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48472" y="492861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531266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la ficha, el historial y el saldo de horas de cualquier persona.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0515600" cy="4114800"/>
          </a:xfrm>
          <a:prstGeom prst="roundRect">
            <a:avLst>
              <a:gd name="adj" fmla="val 2667"/>
            </a:avLst>
          </a:prstGeom>
          <a:solidFill>
            <a:srgbClr val="2E2D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280160" y="1828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ABRE LA PUERTA DE VERDAD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botón de abrir la puerta está conectado al torno real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47472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Accesos hay un botón que abre la entrada de Nódico físicamente, desde donde sea que estés. No es una simulación.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solo cuando haya alguien esperando en la puerta y sepas quién es. El sistema registra quién abrió, cuándo y con qué motivo — y ese registro es lo que se revisa si algo pasa.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FALLA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8638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hacer si el sistema no responde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21408"/>
            <a:ext cx="347472" cy="347472"/>
          </a:xfrm>
          <a:prstGeom prst="ellipse">
            <a:avLst/>
          </a:prstGeom>
          <a:solidFill>
            <a:srgbClr val="FFE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2704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intenta esto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la página: resuelve la mayoría de los casos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que no te haya cerrado la sesión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Fíjate si el mensaje de error dice qué falta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formulario no guarda, busca el campo en rojo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4F1EA"/>
          </a:solidFill>
          <a:ln w="9525">
            <a:solidFill>
              <a:srgbClr val="DC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121408"/>
            <a:ext cx="347472" cy="347472"/>
          </a:xfrm>
          <a:prstGeom prst="ellipse">
            <a:avLst/>
          </a:prstGeom>
          <a:solidFill>
            <a:srgbClr val="EF7E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96328" y="2103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 con estos datos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697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pantalla estabas usando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hiciste, paso por paso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esperabas que pasara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decía el mensaje, tal cual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captura de pantalla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cuenta estabas dentro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9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FFE12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Equivócate ahora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118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estemos con datos de prueba, nada de lo que hagas tiene consecuencia. Es el único momento en que eso es cierto: aprovéchalo para romper todo lo que puedas.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2026-10-01T17:58:57Z</dcterms:created>
  <dcterms:modified xsi:type="dcterms:W3CDTF">2026-10-01T17:58:57Z</dcterms:modified>
</cp:coreProperties>
</file>